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o Cesar Nogueira Da Rocha" userId="ba81f327-00d5-4f27-805d-b1ecf022a78a" providerId="ADAL" clId="{25004A6F-B698-463D-B489-0C2D9D75C3A4}"/>
    <pc:docChg chg="modSld">
      <pc:chgData name="Julio Cesar Nogueira Da Rocha" userId="ba81f327-00d5-4f27-805d-b1ecf022a78a" providerId="ADAL" clId="{25004A6F-B698-463D-B489-0C2D9D75C3A4}" dt="2026-06-16T20:16:45.032" v="4" actId="123"/>
      <pc:docMkLst>
        <pc:docMk/>
      </pc:docMkLst>
      <pc:sldChg chg="modSp mod">
        <pc:chgData name="Julio Cesar Nogueira Da Rocha" userId="ba81f327-00d5-4f27-805d-b1ecf022a78a" providerId="ADAL" clId="{25004A6F-B698-463D-B489-0C2D9D75C3A4}" dt="2026-06-16T20:16:45.032" v="4" actId="123"/>
        <pc:sldMkLst>
          <pc:docMk/>
          <pc:sldMk cId="2074656790" sldId="256"/>
        </pc:sldMkLst>
        <pc:spChg chg="mod">
          <ac:chgData name="Julio Cesar Nogueira Da Rocha" userId="ba81f327-00d5-4f27-805d-b1ecf022a78a" providerId="ADAL" clId="{25004A6F-B698-463D-B489-0C2D9D75C3A4}" dt="2026-06-16T20:16:45.032" v="4" actId="123"/>
          <ac:spMkLst>
            <pc:docMk/>
            <pc:sldMk cId="2074656790" sldId="256"/>
            <ac:spMk id="5" creationId="{A64F9843-0725-A0A9-7879-15B9D55FC9B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17E96-06EE-B7E1-374E-EC107D08A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EEF96D-45F1-A4C8-68F5-8C7D00209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E9513D-0F77-EA05-DD86-CB2E65B5D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2529-4893-4735-BCE5-779B083D7CF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9A6366-8BED-395C-896C-40A7132B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D73F5B-AE9D-9309-2CE4-971B3A91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D2A0-E3FC-4EE7-83F6-F2EB795673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095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3B30AD-B450-39DC-1DED-3BCE43A9F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FB7A2A-5C10-4067-A795-284D144BE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B44863-A49D-E8E4-54A9-7683FDD92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2529-4893-4735-BCE5-779B083D7CF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3A97E5-15AE-6A45-5BF0-DF5DF596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181CBA-F775-ACFE-4E73-6F19F8A12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D2A0-E3FC-4EE7-83F6-F2EB795673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083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28ABBD-8D6C-6FD8-F564-E5D995DC2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DBB72F-DDB4-2886-4C7B-34B73D64D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700BDE-9B27-41DD-7A08-DBBBBFFB7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2529-4893-4735-BCE5-779B083D7CF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341122-9923-B697-7378-E348F59C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DFFAF3-1FE0-2AF0-C40D-AF1673F88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D2A0-E3FC-4EE7-83F6-F2EB795673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359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827ED-152C-ED8B-C79F-93434AF86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E859AF-A908-8BDF-70C9-1D59D6FCF5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17DDCF-53C5-48A3-A4B5-EA0A9D2CA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26394C-0002-334D-9C38-34747C44D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2529-4893-4735-BCE5-779B083D7CF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BA0C23-06D3-4EF6-906B-C8A8AAEAD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9FE1B5-D6D0-7D8C-4CFF-CE287F88C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D2A0-E3FC-4EE7-83F6-F2EB795673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9638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59858-E090-F86F-FBBC-87A6EFB2B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EE5691-C5A3-3FA0-092E-1F2DB03FE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7B12F2-8C24-8574-5057-F4965C52F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58230B9-FD99-6D6B-E844-00DE55B37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03DA56F-3190-E6A2-DA11-F11AAD5241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4DFD17D-5F4B-9136-F00B-1F0624615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2529-4893-4735-BCE5-779B083D7CF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5B38819-8F92-F5AC-6805-B71F40C57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AD29049-9943-E5E7-2531-4AF1EC371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D2A0-E3FC-4EE7-83F6-F2EB795673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0354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9ECF83-B32F-3983-4C2E-89555F76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AED2EB-7530-955C-857A-F7DFC4447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2529-4893-4735-BCE5-779B083D7CF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01EC632-9313-8EBC-ABCD-C43E9B99F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845714A-A2B0-8E0B-0627-C60795AA8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D2A0-E3FC-4EE7-83F6-F2EB795673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524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99434F2-028F-F6FC-0E93-25448ECFF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2529-4893-4735-BCE5-779B083D7CF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F8DB76E-2E2A-8FCC-ED3D-D7DACCC96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1FBD44-85CE-71A9-16B7-CD75AE56A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D2A0-E3FC-4EE7-83F6-F2EB795673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428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F06365-884D-19B4-C951-E2AE293D8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7F8E84-21CB-050D-6B9B-8910979D5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303ECE-BBC1-67BA-7F8E-3D136F499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D7642D-77D8-618F-3B39-9E788BC2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2529-4893-4735-BCE5-779B083D7CF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12AE0E-25A4-A02E-99D6-C4D46173E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B17AB8-A112-C377-8D33-30DA1F9AE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D2A0-E3FC-4EE7-83F6-F2EB795673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567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4B17B9-2DF3-2512-DDA1-9B50FD20C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40D9DD-696E-D290-995C-11CFE54A38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C91416-109F-1AB0-C447-46931F5E1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4A307E-A725-D0C7-AECA-1757E056A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2529-4893-4735-BCE5-779B083D7CF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78F36E-5B39-C867-3D70-4A49DA1C7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0FF1D5-C765-EECD-71C2-0A2C7286D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D2A0-E3FC-4EE7-83F6-F2EB795673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5120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B1C7A-672E-BF50-488A-051632213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E15F7D1-E0C3-F72C-7820-7919A3EB4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261104-37F5-1C21-E5C2-A08198397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2529-4893-4735-BCE5-779B083D7CF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3BCD50-C6E6-C229-48BD-A7DC71700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1D4444-8DDC-9149-D807-1E32DDE39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D2A0-E3FC-4EE7-83F6-F2EB795673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4152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0472350-FB77-9C86-5745-56C49BAA39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7EE7E41-14FA-46CE-386C-181367BFE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034227-7C85-724C-13DD-E0AC5F904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2529-4893-4735-BCE5-779B083D7CF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D8E421-9231-7E7F-8DE7-0E0EE053D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B1D208-3FBD-9F7A-BBD1-BAD6DC2EA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D2A0-E3FC-4EE7-83F6-F2EB795673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0711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38A4DC2-6307-2410-670F-EB7BAC0BB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BDB998-6B17-0057-36F2-CA86DA90F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1AB2F8-0D50-32F0-CC54-C8A10DEAD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52529-4893-4735-BCE5-779B083D7CF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DB9183-D4D0-DEC4-BD62-CBE343916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829CA9-43F1-D7BF-D072-C3597AFF5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88D2A0-E3FC-4EE7-83F6-F2EB795673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8120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A64F9843-0725-A0A9-7879-15B9D55FC9BA}"/>
              </a:ext>
            </a:extLst>
          </p:cNvPr>
          <p:cNvSpPr txBox="1"/>
          <p:nvPr/>
        </p:nvSpPr>
        <p:spPr>
          <a:xfrm>
            <a:off x="446314" y="251267"/>
            <a:ext cx="11593285" cy="6009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0" i="0" cap="all" dirty="0">
                <a:effectLst/>
                <a:latin typeface="DM Mono" panose="020F0502020204030204" pitchFamily="49" charset="0"/>
              </a:rPr>
              <a:t>O que você vai aprender hoje</a:t>
            </a:r>
          </a:p>
          <a:p>
            <a:pPr algn="l">
              <a:buNone/>
            </a:pPr>
            <a:endParaRPr lang="pt-BR" sz="1050" b="0" i="0" cap="all" dirty="0">
              <a:effectLst/>
              <a:latin typeface="DM Mono" panose="020F0502020204030204" pitchFamily="49" charset="0"/>
            </a:endParaRPr>
          </a:p>
          <a:p>
            <a:pPr algn="l">
              <a:buNone/>
            </a:pPr>
            <a:r>
              <a:rPr lang="pt-BR" sz="4000" b="1" i="0" dirty="0">
                <a:effectLst/>
                <a:latin typeface="DM Sans" panose="020F0502020204030204" pitchFamily="2" charset="0"/>
              </a:rPr>
              <a:t>🏆 Objetivos da Aula</a:t>
            </a:r>
          </a:p>
          <a:p>
            <a:pPr algn="l">
              <a:buNone/>
            </a:pPr>
            <a:endParaRPr lang="pt-BR" sz="1050" b="1" i="0" dirty="0">
              <a:effectLst/>
              <a:latin typeface="DM Sans" panose="020F0502020204030204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800" b="1" i="0" dirty="0">
                <a:effectLst/>
                <a:latin typeface="DM Sans" panose="020F0502020204030204" pitchFamily="2" charset="0"/>
              </a:rPr>
              <a:t>Endereço IP: </a:t>
            </a:r>
            <a:r>
              <a:rPr lang="pt-BR" sz="2000" b="0" i="0" dirty="0">
                <a:effectLst/>
                <a:latin typeface="DM Sans" panose="020F0502020204030204" pitchFamily="2" charset="0"/>
              </a:rPr>
              <a:t>Compreender o que é um endereço IP e qual é o seu papel na comunicação entre dispositivos em uma rede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sz="2000" b="0" i="0" dirty="0">
              <a:effectLst/>
              <a:latin typeface="DM Sans" panose="020F0502020204030204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400" b="1" i="0" dirty="0">
                <a:effectLst/>
                <a:latin typeface="DM Sans" panose="020F0502020204030204" pitchFamily="2" charset="0"/>
              </a:rPr>
              <a:t>IPv4 × IPv6: </a:t>
            </a:r>
            <a:r>
              <a:rPr lang="pt-BR" sz="2000" b="0" i="0" dirty="0">
                <a:effectLst/>
                <a:latin typeface="DM Sans" panose="020F0502020204030204" pitchFamily="2" charset="0"/>
              </a:rPr>
              <a:t>Diferenciar IPv4 de IPv6 — entendendo por que a transição entre os dois protocolos é necessária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effectLst/>
              <a:latin typeface="DM Sans" panose="020F0502020204030204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400" b="1" i="0" dirty="0">
                <a:effectLst/>
                <a:latin typeface="DM Sans" panose="020F0502020204030204" pitchFamily="2" charset="0"/>
              </a:rPr>
              <a:t>Estrutura do IPv4</a:t>
            </a:r>
            <a:r>
              <a:rPr lang="pt-BR" sz="2000" b="1" i="0" dirty="0">
                <a:effectLst/>
                <a:latin typeface="DM Sans" panose="020F0502020204030204" pitchFamily="2" charset="0"/>
              </a:rPr>
              <a:t>: </a:t>
            </a:r>
            <a:r>
              <a:rPr lang="pt-BR" sz="2000" b="0" i="0" dirty="0">
                <a:effectLst/>
                <a:latin typeface="DM Sans" panose="020F0502020204030204" pitchFamily="2" charset="0"/>
              </a:rPr>
              <a:t>Identificar a notação decimal pontuada, octetos e as classes de endereços A, B, C, D e </a:t>
            </a:r>
            <a:r>
              <a:rPr lang="pt-BR" sz="2000" b="0" i="0" dirty="0" err="1">
                <a:effectLst/>
                <a:latin typeface="DM Sans" panose="020F0502020204030204" pitchFamily="2" charset="0"/>
              </a:rPr>
              <a:t>E</a:t>
            </a:r>
            <a:endParaRPr lang="pt-BR" sz="2000" b="0" i="0" dirty="0">
              <a:effectLst/>
              <a:latin typeface="DM Sans" panose="020F0502020204030204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effectLst/>
              <a:latin typeface="DM Sans" panose="020F0502020204030204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400" b="1" i="0" dirty="0">
                <a:effectLst/>
                <a:latin typeface="DM Sans" panose="020F0502020204030204" pitchFamily="2" charset="0"/>
              </a:rPr>
              <a:t>Privado × Público</a:t>
            </a:r>
            <a:r>
              <a:rPr lang="pt-BR" b="1" i="0" dirty="0">
                <a:effectLst/>
                <a:latin typeface="DM Sans" panose="020F0502020204030204" pitchFamily="2" charset="0"/>
              </a:rPr>
              <a:t>: </a:t>
            </a:r>
            <a:r>
              <a:rPr lang="pt-BR" sz="2000" b="0" i="0" dirty="0">
                <a:effectLst/>
                <a:latin typeface="DM Sans" panose="020F0502020204030204" pitchFamily="2" charset="0"/>
              </a:rPr>
              <a:t>Reconhecer a diferença entre endereços IP públicos e privados — e quando cada um é utilizado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effectLst/>
              <a:latin typeface="DM Sans" panose="020F0502020204030204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sz="2400" b="1" i="0" dirty="0">
                <a:effectLst/>
                <a:latin typeface="DM Sans" panose="020F0502020204030204" pitchFamily="2" charset="0"/>
              </a:rPr>
              <a:t>Operação de rede</a:t>
            </a:r>
            <a:r>
              <a:rPr lang="pt-BR" b="1" i="0" dirty="0">
                <a:effectLst/>
                <a:latin typeface="DM Sans" panose="020F0502020204030204" pitchFamily="2" charset="0"/>
              </a:rPr>
              <a:t>: </a:t>
            </a:r>
            <a:r>
              <a:rPr lang="pt-BR" sz="2000" b="0" i="0" dirty="0">
                <a:effectLst/>
                <a:latin typeface="DM Sans" panose="020F0502020204030204" pitchFamily="2" charset="0"/>
              </a:rPr>
              <a:t>Compreender máscara de </a:t>
            </a:r>
            <a:r>
              <a:rPr lang="pt-BR" sz="2000" b="0" i="0" dirty="0" err="1">
                <a:effectLst/>
                <a:latin typeface="DM Sans" panose="020F0502020204030204" pitchFamily="2" charset="0"/>
              </a:rPr>
              <a:t>sub-rede</a:t>
            </a:r>
            <a:r>
              <a:rPr lang="pt-BR" sz="2000" b="0" i="0" dirty="0">
                <a:effectLst/>
                <a:latin typeface="DM Sans" panose="020F0502020204030204" pitchFamily="2" charset="0"/>
              </a:rPr>
              <a:t>, gateway padrão, DHCP e IP fixo aplicados ao dia a dia de redes</a:t>
            </a:r>
          </a:p>
        </p:txBody>
      </p:sp>
    </p:spTree>
    <p:extLst>
      <p:ext uri="{BB962C8B-B14F-4D97-AF65-F5344CB8AC3E}">
        <p14:creationId xmlns:p14="http://schemas.microsoft.com/office/powerpoint/2010/main" val="20746567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121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DM Mono</vt:lpstr>
      <vt:lpstr>DM Sans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Julio Cesar Nogueira Da Rocha</dc:creator>
  <cp:lastModifiedBy>Julio Cesar Nogueira Da Rocha</cp:lastModifiedBy>
  <cp:revision>1</cp:revision>
  <dcterms:created xsi:type="dcterms:W3CDTF">2026-06-16T19:39:16Z</dcterms:created>
  <dcterms:modified xsi:type="dcterms:W3CDTF">2026-06-16T20:22:11Z</dcterms:modified>
</cp:coreProperties>
</file>