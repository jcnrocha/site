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o Cesar Nogueira Da Rocha" userId="ba81f327-00d5-4f27-805d-b1ecf022a78a" providerId="ADAL" clId="{25004A6F-B698-463D-B489-0C2D9D75C3A4}"/>
    <pc:docChg chg="addSld delSld modSld">
      <pc:chgData name="Julio Cesar Nogueira Da Rocha" userId="ba81f327-00d5-4f27-805d-b1ecf022a78a" providerId="ADAL" clId="{25004A6F-B698-463D-B489-0C2D9D75C3A4}" dt="2026-06-17T03:02:12.401" v="4"/>
      <pc:docMkLst>
        <pc:docMk/>
      </pc:docMkLst>
      <pc:sldChg chg="add del setBg">
        <pc:chgData name="Julio Cesar Nogueira Da Rocha" userId="ba81f327-00d5-4f27-805d-b1ecf022a78a" providerId="ADAL" clId="{25004A6F-B698-463D-B489-0C2D9D75C3A4}" dt="2026-06-17T03:02:12.401" v="4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406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10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F9C7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A7A4A">
              <a:alpha val="10000"/>
            </a:srgbClr>
          </a:solidFill>
          <a:ln w="19050">
            <a:solidFill>
              <a:srgbClr val="1A7A4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F9C74F">
              <a:alpha val="6000"/>
            </a:srgbClr>
          </a:solidFill>
          <a:ln w="12700">
            <a:solidFill>
              <a:srgbClr val="F9C74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SITUAÇÃO APRENDIZAGEM 18  ·  2º TRIMESTRE  ·  PROGRAMAÇÃO DE APLICATIVOS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Código
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antes de otimizar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otimização, como medir o tempo de execução, gargalos comuns em laços e banco de dados — e o equilíbrio entre legibilidade e desempenho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2072030" cy="256032"/>
          </a:xfrm>
          <a:prstGeom prst="roundRect">
            <a:avLst>
              <a:gd name="adj" fmla="val 50000"/>
            </a:avLst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12064" y="3355848"/>
            <a:ext cx="1962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0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B6 — Técnicas de Programação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638958" y="3337560"/>
            <a:ext cx="1347826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693822" y="3355848"/>
            <a:ext cx="123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Prof. Julio Cesar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096512" y="3337560"/>
            <a:ext cx="1479499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151376" y="3355848"/>
            <a:ext cx="13697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Colégio Neiva Pavan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685739" y="3337560"/>
            <a:ext cx="1018642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740603" y="3355848"/>
            <a:ext cx="9089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2º Ano — TDS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VOCÊ VAI APRENDER HOJE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03327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com base em medição: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entender por que otimizar sem medir é suposição — e como medir o tempo de execução antes e depois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728216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 em laços: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identificar concatenação com += em laço, cálculos invariantes e buscas sem break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496312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256946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StringBuilder: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aplicar a solução correta para concatenação eficiente de strings em laços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3264408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dados: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entender por que SELECT dentro de laço é lento e como fazer em uma única consulta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4032504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48640" y="410565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Equilíbrio: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reconhecer o que é otimização prematura e quando realmente vale otimizar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ONDE VIEMOS E PARA ONDE VAMOS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Nosso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até aqui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0D2B1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21208" y="1014984"/>
            <a:ext cx="8101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</a:t>
            </a: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17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aprendemos a não repetir código com funções e reutilização. Hoje vamos além: código </a:t>
            </a: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que roda rápido mesmo com grandes volumes de dados.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21208" y="16002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17 · Aula Anterior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1208" y="1819656"/>
            <a:ext cx="243230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Programação — Reutilização de Código. Funções, módulos, DRY e organização do código para reaproveitamento.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508760"/>
            <a:ext cx="0" cy="265176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355848" y="16002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18 · Hoje — 17/06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55848" y="1819656"/>
            <a:ext cx="243230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Código: medir antes de otimizar, gargalos comuns em laços e banco de dados, StringBuilder, operações fora do laço e equilíbrio com legibilidade.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46120" y="1508760"/>
            <a:ext cx="0" cy="2651760"/>
          </a:xfrm>
          <a:prstGeom prst="line">
            <a:avLst/>
          </a:prstGeom>
          <a:noFill/>
          <a:ln w="381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90488" y="16002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19 · Próxima — 24/06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90488" y="1819656"/>
            <a:ext cx="243230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Programação — Depuração e Rastreabilidade. Como encontrar e corrigir bugs com eficiência usando ferramentas da IDE.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1508760"/>
            <a:ext cx="0" cy="265176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PONTO DE PARTIDA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 que é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Código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1A1500"/>
          </a:solidFill>
          <a:ln w="254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0" cy="594360"/>
          </a:xfrm>
          <a:prstGeom prst="line">
            <a:avLst/>
          </a:prstGeom>
          <a:noFill/>
          <a:ln w="381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"Otimização prematura é a raiz de todo mal em programação."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Donald Knuth · Cientista da computação · A frase mais citada sobre otimização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16459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21208" y="1737360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É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21208" y="192024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 o Código Mais Eficiente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2139696"/>
            <a:ext cx="38039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é o processo de melhorar o desempenho de um programa — fazê-lo rodar mais rápido, consumir menos memória ou realizar menos operações para obter o mesmo resultado. </a:t>
            </a: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deve ser idêntico — só a eficiência muda.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1645920"/>
            <a:ext cx="0" cy="1691640"/>
          </a:xfrm>
          <a:prstGeom prst="line">
            <a:avLst/>
          </a:prstGeom>
          <a:noFill/>
          <a:ln w="381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663440" y="16459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REGRA DE OURO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73168" y="192024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Primeiro — Sempre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2139696"/>
            <a:ext cx="38039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otimizar qualquer coisa: </a:t>
            </a: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o tempo de execução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intuição engana — o trecho que 'parece' lento raramente é o verdadeiro gargalo. Sem medição, você pode gastar horas otimizando o lugar errado.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645920"/>
            <a:ext cx="0" cy="1691640"/>
          </a:xfrm>
          <a:prstGeom prst="line">
            <a:avLst/>
          </a:prstGeom>
          <a:noFill/>
          <a:ln w="381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11480" y="3401568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1F1A09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21208" y="3456432"/>
            <a:ext cx="8101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otimizar?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Apenas quando um gargalo foi </a:t>
            </a:r>
            <a:r>
              <a:rPr lang="en-US" sz="9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comprovado por medição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afeta a experiência do usuário e o ganho justifica o custo de legibilidade. Código lento que funciona é melhor do que código 'otimizado' que ninguém entende.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0" y="164592"/>
            <a:ext cx="900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PONTO DE PARTIDA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2000" y="320040"/>
            <a:ext cx="90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 que é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Código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000" y="841248"/>
            <a:ext cx="900000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2000" y="960120"/>
            <a:ext cx="9000000" cy="594360"/>
          </a:xfrm>
          <a:prstGeom prst="roundRect">
            <a:avLst>
              <a:gd name="adj" fmla="val 9231"/>
            </a:avLst>
          </a:prstGeom>
          <a:solidFill>
            <a:srgbClr val="1A1500"/>
          </a:solidFill>
          <a:ln w="254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52000" y="1005840"/>
            <a:ext cx="86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"Otimização prematura é a raiz de todo mal em programação."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2000" y="1307592"/>
            <a:ext cx="864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Donald Knuth · Cientista da computação · A frase </a:t>
            </a:r>
            <a:r>
              <a:rPr lang="en-US" sz="11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mais</a:t>
            </a: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citada sobre otimização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2000" y="1715076"/>
            <a:ext cx="4464000" cy="2641770"/>
          </a:xfrm>
          <a:prstGeom prst="roundRect">
            <a:avLst>
              <a:gd name="adj" fmla="val 5405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44000" y="1806516"/>
            <a:ext cx="432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É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4000" y="2058552"/>
            <a:ext cx="432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 o Código Mais Eficiente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4000" y="2362532"/>
            <a:ext cx="43200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é o processo de melhorar o desempenho de um programa — fazê-lo rodar mais rápido, consumir menos memória ou realizar menos operações para obter o mesmo resultado.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deve ser idêntico — só a eficiência muda.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8584" y="1715075"/>
            <a:ext cx="4464000" cy="2641771"/>
          </a:xfrm>
          <a:prstGeom prst="roundRect">
            <a:avLst>
              <a:gd name="adj" fmla="val 5405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690584" y="1806516"/>
            <a:ext cx="432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A REGRA DE OURO</a:t>
            </a:r>
          </a:p>
        </p:txBody>
      </p:sp>
      <p:sp>
        <p:nvSpPr>
          <p:cNvPr id="16" name="Text 14"/>
          <p:cNvSpPr/>
          <p:nvPr/>
        </p:nvSpPr>
        <p:spPr>
          <a:xfrm>
            <a:off x="4690584" y="2058552"/>
            <a:ext cx="432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Primeiro — Sempre</a:t>
            </a:r>
          </a:p>
        </p:txBody>
      </p:sp>
      <p:sp>
        <p:nvSpPr>
          <p:cNvPr id="17" name="Text 15"/>
          <p:cNvSpPr/>
          <p:nvPr/>
        </p:nvSpPr>
        <p:spPr>
          <a:xfrm>
            <a:off x="4690584" y="2362532"/>
            <a:ext cx="43200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otimizar qualquer coisa: meça o tempo de 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intuição engana — o trecho que 'parece' lento raramente é o verdadeiro gargalo. Sem medição, você pode gastar horas otimizando o lugar 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9" name="Shape 17"/>
          <p:cNvSpPr/>
          <p:nvPr/>
        </p:nvSpPr>
        <p:spPr>
          <a:xfrm>
            <a:off x="72000" y="4500000"/>
            <a:ext cx="9000000" cy="594360"/>
          </a:xfrm>
          <a:prstGeom prst="roundRect">
            <a:avLst>
              <a:gd name="adj" fmla="val 12308"/>
            </a:avLst>
          </a:prstGeom>
          <a:solidFill>
            <a:srgbClr val="1F1A09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52000" y="4530852"/>
            <a:ext cx="8640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otimizar?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Apenas quando um gargalo foi </a:t>
            </a:r>
            <a:r>
              <a:rPr lang="en-US" sz="9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comprovado por medição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afeta a experiência do usuário e o ganho justifica o custo de legibilidade. Código lento que funciona é melhor do que código 'otimizado' que ninguém entende.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FERRAMENTA MAIS SIMPLES E MAIS IMPORTANTE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Como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Tempo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Execução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0D2B1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21208" y="1014984"/>
            <a:ext cx="8101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o desempenho antes e depois de uma otimização, precisamos de números reais. O método mais simples: registrar o tempo </a:t>
            </a: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trecho, registrar </a:t>
            </a: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calcular a diferença.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0" cy="310896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Java — currentTimeMillis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856232"/>
            <a:ext cx="3840480" cy="2651760"/>
          </a:xfrm>
          <a:prstGeom prst="roundRect">
            <a:avLst>
              <a:gd name="adj" fmla="val 2069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94360" y="1911096"/>
            <a:ext cx="365760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inicio = System.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currentTimeMillis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trecho de código a medir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resultado += </a:t>
            </a: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"item"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i;
}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fim = System.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currentTimeMillis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"Tempo: "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(fim - inicio) + </a:t>
            </a: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"ms"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0" cy="3108960"/>
          </a:xfrm>
          <a:prstGeom prst="line">
            <a:avLst/>
          </a:prstGeom>
          <a:noFill/>
          <a:ln w="381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00600" y="16002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— time.time()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856232"/>
            <a:ext cx="3840480" cy="2651760"/>
          </a:xfrm>
          <a:prstGeom prst="roundRect">
            <a:avLst>
              <a:gd name="adj" fmla="val 2069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846320" y="1911096"/>
            <a:ext cx="365760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 = time.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trecho de código a medir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resultado += f"item{i}"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= time.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f"Tempo: {fim - inicio:.4f}s"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GARGALO 1 DE 4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 Gargalo 1 —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Concatenação de String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Laço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F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21208" y="1014984"/>
            <a:ext cx="8101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Java, </a:t>
            </a: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é imutável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cada </a:t>
            </a:r>
            <a:r>
              <a:rPr lang="en-US" sz="9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 um laço cria um </a:t>
            </a: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objeto String na memória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descarta o anterior. Com 100.000 iterações, isso cria 100.000 objetos temporários. O resultado: memória desperdiçada e execução lenta.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023360" cy="2212848"/>
          </a:xfrm>
          <a:prstGeom prst="roundRect">
            <a:avLst>
              <a:gd name="adj" fmla="val 3306"/>
            </a:avLst>
          </a:prstGeom>
          <a:solidFill>
            <a:srgbClr val="1F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Antes — lento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1975104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</a:t>
            </a: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 += </a:t>
            </a: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"item"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i; </a:t>
            </a: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novo objeto a cada volta
}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~2.000ms em máquina comum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23360" cy="2212848"/>
          </a:xfrm>
          <a:prstGeom prst="roundRect">
            <a:avLst>
              <a:gd name="adj" fmla="val 3306"/>
            </a:avLst>
          </a:prstGeom>
          <a:solidFill>
            <a:srgbClr val="0A1F1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Depois — rápido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46320" y="1975104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sb = </a:t>
            </a: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sb.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"item"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(i);
}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sb.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~10ms — 200x mais rápido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1480" y="4500000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0D2B1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96000" y="4645152"/>
            <a:ext cx="8101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StringBuilder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acumula caracteres em um buffer interno e gera a String final só ao final — sem criar objetos temporários. Use sempre que precisar concatenar texto dentro de um laço.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GARGALO 2 DE 4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Gargalo 2 —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Invariante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do Laço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1F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21208" y="1014984"/>
            <a:ext cx="8101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cálculo </a:t>
            </a: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aquele que produz o mesmo resultado em todas as iterações. Colocá-lo dentro do laço faz com que seja executado milhares de vezes sem necessidade — o resultado é sempre o mesmo.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F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Antes — cálculo repetido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1911096"/>
            <a:ext cx="3657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pedidos.length; i++) {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recalcula a taxa 50.000 vezes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taxa = Math.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(aliquota,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fator;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+= pedidos[i] * taxa;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0A1F1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54880" y="1581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Depois — calcule uma vez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856232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46320" y="1911096"/>
            <a:ext cx="3657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calcula uma única vez, antes do laço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taxa = Math.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(aliquota,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* fator;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pedidos.length; i++) {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+= pedidos[i] * taxa; </a:t>
            </a: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 o valor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1480" y="4575048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0D2B1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21208" y="4629912"/>
            <a:ext cx="8101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simples: se o valor </a:t>
            </a: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muda de uma iteração para outra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calcule fora do laço. Isso vale para chamadas de método, leituras de arquivo, consultas ao banco e qualquer operação custosa.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GARGALO 3 DE 4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Gargalo 3 —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Dentro de Laço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F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21208" y="1014984"/>
            <a:ext cx="8101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ida ao banco de dados envolve: abrir conexão → enviar query pela rede → aguardar resposta → receber dados. Isso leva </a:t>
            </a: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milissegundos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Dentro de um laço de 500 clientes, isso vira </a:t>
            </a: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idas ao banco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maior gargalo de desempenho em sistemas reais.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8321040" cy="987552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ERRADO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627632"/>
            <a:ext cx="75712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consultas ao banco: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(cliente : clientes) { SELECT nome WHERE id = cliente.getId(); } — Uma consulta por cliente. Com 500 clientes: 500 idas ao banco, ~2.500ms de espera.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2670048"/>
            <a:ext cx="8321040" cy="987552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2724912"/>
            <a:ext cx="75712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consulta com WHERE IN: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do laço, busque todos de uma vez — SELECT nome, id WHERE id IN (1, 2, 3, ... 500). Guarde em um Map. Dentro do laço: consulte o Map local. Resultado: </a:t>
            </a: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ida ao banco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~5ms.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3767328"/>
            <a:ext cx="8321040" cy="987552"/>
          </a:xfrm>
          <a:prstGeom prst="roundRect">
            <a:avLst>
              <a:gd name="adj" fmla="val 5556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3822192"/>
            <a:ext cx="75712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faça consulta ao banco dentro de um laço.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Busque tudo que precisa antes do laço, armazene em uma estrutura local (List, Map, array) e consulte essa estrutura durante a iteração.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GARGALO 4 DE 4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Gargalo 4 —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Percorrendo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Após Encontrar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1F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033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Antes — percorre até o fim mesmo após encontrar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07592"/>
            <a:ext cx="3840480" cy="2377440"/>
          </a:xfrm>
          <a:prstGeom prst="roundRect">
            <a:avLst>
              <a:gd name="adj" fmla="val 2308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362456"/>
            <a:ext cx="365760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posicao =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alunos.length; i++)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(alunos[i].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getId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== idBuscado)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posicao = i;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deveria parar aqui, mas continua...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percorre os 9.999 restantes sem motivo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0A1F1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1033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Depois — para imediatamente ao encontrar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307592"/>
            <a:ext cx="3840480" cy="2377440"/>
          </a:xfrm>
          <a:prstGeom prst="roundRect">
            <a:avLst>
              <a:gd name="adj" fmla="val 2308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65760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posicao =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7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alunos.length; i++)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(alunos[i].</a:t>
            </a: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getId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== idBuscado)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posicao = i;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7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Encerra — missão cumprida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" y="3858768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F1A09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21208" y="3913632"/>
            <a:ext cx="8101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item está no meio da lista: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 </a:t>
            </a:r>
            <a:r>
              <a:rPr lang="en-US" sz="9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uma lista de 10.000 elementos exige percorrer todos os 10.000. Com </a:t>
            </a:r>
            <a:r>
              <a:rPr lang="en-US" sz="9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para ao encontrar — em média percorre apenas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da lista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 OTIMIZAR — E QUANDO NÃO OTIMIZAR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Otimização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Prematura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Otimização </a:t>
            </a: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1F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033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Otimização Prematura — o erro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Otimizar antes de medir — "achar" que algo é lento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472184"/>
            <a:ext cx="3840480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Sacrificar legibilidade por microganhos irrelevantes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02920" y="1728216"/>
            <a:ext cx="3840480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" y="17647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Código "esperto" que ninguém da equipe entende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1984248"/>
            <a:ext cx="3840480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" y="20208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Otimizar trecho que executa apenas uma vez por dia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" y="2240280"/>
            <a:ext cx="3840480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02920" y="22768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Gastar horas no lugar errado do código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0A1F1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754880" y="1033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Otimização Consciente — o caminho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252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1º: escrever código correto e legível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54880" y="1472184"/>
            <a:ext cx="3840480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2º: medir — onde o tempo é realmente gasto?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54880" y="1728216"/>
            <a:ext cx="3840480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54880" y="17647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3º: otimizar o gargalo comprovado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54880" y="1984248"/>
            <a:ext cx="3840480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754880" y="20208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4º: medir de novo — confirmar o ganho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54880" y="2240280"/>
            <a:ext cx="3840480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54880" y="22768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Priorizar gargalos que afetam o usuário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4279392"/>
            <a:ext cx="8321040" cy="438912"/>
          </a:xfrm>
          <a:prstGeom prst="roundRect">
            <a:avLst>
              <a:gd name="adj" fmla="val 16667"/>
            </a:avLst>
          </a:prstGeom>
          <a:solidFill>
            <a:srgbClr val="0D2B1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21208" y="4334256"/>
            <a:ext cx="8101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correto é sempre: </a:t>
            </a: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→ Identificar gargalo → Otimizar → Medir de novo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Sem o primeiro e o último passo, não é otimização — é suposição.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VISÃO GERAL DAS TÉCNICAS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Resumo —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× Depois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3337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lento (antes)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Gargalo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otimizado (depois)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9C7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 s = ""; for (...) s += item;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 objeto a cada volta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9C7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StringBuilder sb; sb.append(item);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9C7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(...) { double taxa = calc(); ... }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 repetido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9C7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 taxa = calc(); for (...) { ... }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executado dentro de laço de 500 registros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idas ao banco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consulta com WHERE id IN (...) antes do laço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percorre vetor inteiro mesmo após encontrar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Iterações desperdiçadas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9C7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(encontrado) { break; } ao achar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Otimizar sem medir ("acho que está lento")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Prematura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→ Otimizar → Medir de novo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370832"/>
            <a:ext cx="8321040" cy="411480"/>
          </a:xfrm>
          <a:prstGeom prst="roundRect">
            <a:avLst>
              <a:gd name="adj" fmla="val 17778"/>
            </a:avLst>
          </a:prstGeom>
          <a:solidFill>
            <a:srgbClr val="0D2B1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21208" y="4425696"/>
            <a:ext cx="8101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mercado, sistemas lentos geralmente têm apenas </a:t>
            </a: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ou 3 gargalos reais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eles quase sempre estão em laços com operações de banco, não nos algoritmos.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ATIVIDADE PRÁTICA EM GRUPO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Dinâmica —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 o Código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411480"/>
          </a:xfrm>
          <a:prstGeom prst="roundRect">
            <a:avLst>
              <a:gd name="adj" fmla="val 17778"/>
            </a:avLst>
          </a:prstGeom>
          <a:solidFill>
            <a:srgbClr val="0D2B1A"/>
          </a:solidFill>
          <a:ln w="1905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Caça aos Gargalos · 15 minutos · grupos de 4 a 5 alunos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8321040" cy="850392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499616"/>
            <a:ext cx="75712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dos trechos (2 min)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professor projeta 4 trechos de código funcionais mas lentos. Para cada um, o grupo deve: identificar o gargalo · explicar por que torna o código lento · propor a versão otimizada.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2404872"/>
            <a:ext cx="8321040" cy="850392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" y="2478024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2459736"/>
            <a:ext cx="75712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em grupo (8 min)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Os grupos registram na ficha o gargalo de cada trecho e escrevem a estrutura da versão otimizada. Grupos que terminarem antes recebem o desafio extra: ordenar os 4 gargalos do maior para o menor impacto.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3364992"/>
            <a:ext cx="8321040" cy="850392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3438144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3419856"/>
            <a:ext cx="75712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com medição ao vivo (5 min)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professor revela cada gargalo e executa as versões antes/depois na IDE exibindo os tempos — os números comprovam (ou surpreendem) as estimativas dos grupos.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4343400"/>
            <a:ext cx="8321040" cy="438912"/>
          </a:xfrm>
          <a:prstGeom prst="roundRect">
            <a:avLst>
              <a:gd name="adj" fmla="val 16667"/>
            </a:avLst>
          </a:prstGeom>
          <a:solidFill>
            <a:srgbClr val="1F1A09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21208" y="4398264"/>
            <a:ext cx="8101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trechos: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String += em laço de 100.000 · Math.pow em 50.000 iterações · SELECT dentro de laço de clientes · busca sem break em vetor de 10.000 elementos.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VIMOS HOJE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Resumo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21208" y="105156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Medir Antes de Otimizar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1208" y="1271016"/>
            <a:ext cx="38039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System.currentTimeMillis()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Java ou </a:t>
            </a: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time.time()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Python. Registre o tempo antes e depois — </a:t>
            </a: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medição não há otimização, há suposição.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0" cy="1783080"/>
          </a:xfrm>
          <a:prstGeom prst="line">
            <a:avLst/>
          </a:prstGeom>
          <a:noFill/>
          <a:ln w="381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73168" y="105156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 StringBuilder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73168" y="1271016"/>
            <a:ext cx="38039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concatene String com </a:t>
            </a: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 laço. Use </a:t>
            </a: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StringBuilder.append()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pode ser </a:t>
            </a:r>
            <a:r>
              <a:rPr lang="en-US" sz="8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200x mais rápido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grandes volumes.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0" cy="1783080"/>
          </a:xfrm>
          <a:prstGeom prst="line">
            <a:avLst/>
          </a:prstGeom>
          <a:noFill/>
          <a:ln w="381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11480" y="288036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21208" y="297180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Operações Fora do Laço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" y="3191256"/>
            <a:ext cx="38039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Cálculos, chamadas de método e qualquer coisa que </a:t>
            </a: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muda entre iterações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deve ficar fora do laço — calcule uma vez, use muitas.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2880360"/>
            <a:ext cx="0" cy="178308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0D1F17"/>
          </a:solidFill>
          <a:ln w="12700">
            <a:solidFill>
              <a:srgbClr val="1A3A28"/>
            </a:solidFill>
            <a:prstDash val="solid"/>
          </a:ln>
          <a:effectLst>
            <a:outerShdw blurRad="1016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73168" y="297180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Nunca SELECT no Laço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73168" y="3191256"/>
            <a:ext cx="38039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tudo antes do laço com </a:t>
            </a: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IN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guarde em Map/List local e consulte a estrutura local. </a:t>
            </a: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clientes = 1 consulta, não 500.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0" cy="178308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11480" y="4736592"/>
            <a:ext cx="8321040" cy="274320"/>
          </a:xfrm>
          <a:prstGeom prst="roundRect">
            <a:avLst>
              <a:gd name="adj" fmla="val 26667"/>
            </a:avLst>
          </a:prstGeom>
          <a:solidFill>
            <a:srgbClr val="0D2B1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21208" y="4791456"/>
            <a:ext cx="8101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 mais importante: </a:t>
            </a: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legível vem primeiro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Otimize apenas o que foi medido e comprovado como gargalo — otimização prematura é armadilha.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410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ATÉ A PRÓXIMA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O que </a:t>
            </a: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a seguir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1A1500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PRÓXIMA AULA — SA 19 · 24/06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Programação — Depuração e Rastreabilidade. Como encontrar e corrigir bugs com eficiência usando as ferramentas de debug da IDE, logs e rastreamento de erros em produção.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0A1F15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800600" y="10515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📝 PARA FIXAR O APRENDIZADO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800600" y="128016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Tente medir o tempo de um laço no seu projeto atual · Procure um trecho com concatenação de String e refatore com StringBuilder · Identifique se há alguma consulta ao banco dentro de um laço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999232"/>
            <a:ext cx="8321040" cy="822960"/>
          </a:xfrm>
          <a:prstGeom prst="roundRect">
            <a:avLst>
              <a:gd name="adj" fmla="val 6667"/>
            </a:avLst>
          </a:prstGeom>
          <a:solidFill>
            <a:srgbClr val="1A1500"/>
          </a:solidFill>
          <a:ln w="254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11480" y="2999232"/>
            <a:ext cx="0" cy="822960"/>
          </a:xfrm>
          <a:prstGeom prst="line">
            <a:avLst/>
          </a:prstGeom>
          <a:noFill/>
          <a:ln w="381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30632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"Sem medição não há otimização — há suposição."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43814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Princípio da engenharia de software · SA 18 · Otimização de Código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" y="45262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 18  ·  OTIMIZAÇÃO DE CÓDIGO  ·  PROF. JULIO CESAR  ·  COLÉGIO NEIVA PAVAN  ·  2026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2413</Words>
  <Application>Microsoft Office PowerPoint</Application>
  <PresentationFormat>Apresentação na tela (16:9)</PresentationFormat>
  <Paragraphs>213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 18 — Otimização de Código · Programação de Aplicativos</dc:title>
  <dc:subject>PptxGenJS Presentation</dc:subject>
  <dc:creator>Prof. Julio Cesar</dc:creator>
  <cp:lastModifiedBy>Julio Cesar Nogueira Da Rocha</cp:lastModifiedBy>
  <cp:revision>2</cp:revision>
  <dcterms:created xsi:type="dcterms:W3CDTF">2026-06-16T20:46:03Z</dcterms:created>
  <dcterms:modified xsi:type="dcterms:W3CDTF">2026-06-17T03:04:38Z</dcterms:modified>
</cp:coreProperties>
</file>